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22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53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10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OBRAS Y MANTENIMIENTO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de Infraestructura Escolar — Colegios Mano Amiga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2026  ·  Visión Ejecutiva  ·  Ing. Ricardo Joanathan Reyes Medina ·  gestion-rcma@manoamiga.edu.mx</a:t>
            </a:r>
            <a:endParaRPr lang="en-US" sz="9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20B242-20AD-E2E0-4422-8AF10F280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149" y="20468"/>
            <a:ext cx="2509701" cy="15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Sistema RCMA?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que centraliza toda la operación de obras, mantenimiento y mejoras de la 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todo momento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dispositivo, en cualquier lugar, incluso sin conexión — sincroniza sola al recuperar internet.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51460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4261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264261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por persona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y hace solo lo que le corresponde a su rol, con un control granular por módulo.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66344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red, un solo lugar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colegios de los territorios Norte, México y FMA, con su información institucional centralizada.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81228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029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694029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al instante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ejecutivos en PDF y Excel, listos para compartir, en un clic.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SISTEMA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Módulos Integrados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vista completa de la Coordinación de Obras — independientemente de qué módulos tenga habilitados cada persona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572768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073859" y="1207008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7011" y="1280160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7011" y="1572768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Proyecto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781958" y="1207008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5110" y="1280160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5110" y="1572768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Recibidas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490058" y="1207008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63210" y="1280160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63210" y="1572768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198157" y="1207008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1309" y="1280160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71309" y="1572768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Proyectos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65760" y="2143125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6277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" y="2508885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Registrados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073859" y="2143125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47011" y="2216277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7011" y="2508885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781958" y="2143125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55110" y="2216277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55110" y="2508885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490058" y="2143125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63210" y="2216277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63210" y="2508885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Real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7198157" y="2143125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1309" y="2216277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71309" y="2508885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Nacional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365760" y="3079242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152394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8912" y="3445002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Técnicas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073859" y="3079242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7011" y="3152394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147011" y="3445002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(Pendientes)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781958" y="3079242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55110" y="3152394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855110" y="3445002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5490058" y="3079242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63210" y="3152394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563210" y="3445002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Mantenimiento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7198157" y="3079242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1309" y="3152394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71309" y="3445002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365760" y="4015359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4088511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38912" y="4381119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2073859" y="4015359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47011" y="4088511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147011" y="4381119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3781958" y="4015359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55110" y="4088511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855110" y="4381119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830" dirty="0"/>
          </a:p>
        </p:txBody>
      </p:sp>
      <p:sp>
        <p:nvSpPr>
          <p:cNvPr id="61" name="Shape 59"/>
          <p:cNvSpPr/>
          <p:nvPr/>
        </p:nvSpPr>
        <p:spPr>
          <a:xfrm>
            <a:off x="5490058" y="4015359"/>
            <a:ext cx="1580083" cy="808101"/>
          </a:xfrm>
          <a:prstGeom prst="roundRect">
            <a:avLst>
              <a:gd name="adj" fmla="val 678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63210" y="4088511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563210" y="4381119"/>
            <a:ext cx="1433779" cy="38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830" dirty="0"/>
          </a:p>
        </p:txBody>
      </p:sp>
      <p:sp>
        <p:nvSpPr>
          <p:cNvPr id="64" name="Text 62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 completo, al abrir el sistema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saber hoy, sin buscarlo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931670" cy="1371600"/>
          </a:xfrm>
          <a:prstGeom prst="roundRect">
            <a:avLst>
              <a:gd name="adj" fmla="val 4667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en tiempo real: proyectos activos, tickets, pendientes, inspecciones críticas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526030" y="1325880"/>
            <a:ext cx="1931670" cy="1371600"/>
          </a:xfrm>
          <a:prstGeom prst="roundRect">
            <a:avLst>
              <a:gd name="adj" fmla="val 4667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2617470" y="149047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17470" y="203911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históricas: proyectos completados y presupuesto vs. costo real, mes a mes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931670" cy="1371600"/>
          </a:xfrm>
          <a:prstGeom prst="roundRect">
            <a:avLst>
              <a:gd name="adj" fmla="val 4667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777740" y="149047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77740" y="203911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por territorio, con colegios que tienen alertas destacados de inmediato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846570" y="1325880"/>
            <a:ext cx="1931670" cy="1371600"/>
          </a:xfrm>
          <a:prstGeom prst="roundRect">
            <a:avLst>
              <a:gd name="adj" fmla="val 4667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6938010" y="149047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38010" y="2039112"/>
            <a:ext cx="17487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reciente: los últimos movimientos del sistema, ordenados por fecha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es el punto de entrada: en una sola pantalla se ve el estado general de la operación, sin tener que entrar módulo por módulo.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Proyecto y Solicitudes Recibidas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puerta de entrada formal de cualquier necesidad de obra, mejora o mantenimiento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Proyecto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digital para que el colegio presente formalmente una necesidad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desglose financiero: costo estimado y fuentes de financiamiento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automáticamente a la Coordinación al enviarse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486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registrada de forma permanente para consulta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Recibidas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entrada de todas las solicitudes de la red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las recibe, revisa y les asigna estatus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8920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97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cancelar una solicitud con motivo registrado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8920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97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notifica al colegio solicitante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Recepción de Proyectos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formal que sigue cada proyecto, de la necesidad a la autorización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1070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2107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de Proyecto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38912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 en el sistema.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588443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753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943753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61595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Reunión de Entendimiento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1661595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validan alcance, permisos y financiamiento.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811127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6437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166437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84279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Cotizaciones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2884279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3 cotizaciones y tabla comparativa.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033810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06962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Equipo ECO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4106962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técnica de costos.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256494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1803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5611803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29646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Ticket MAS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5329646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habilita, registra y autoriza.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479177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4487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834487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52329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Contrato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6552329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autorizado, se solicita a Jurídico.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701861" y="1234440"/>
            <a:ext cx="1076379" cy="3589020"/>
          </a:xfrm>
          <a:prstGeom prst="roundRect">
            <a:avLst>
              <a:gd name="adj" fmla="val 509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57170" y="1371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805717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5013" y="1810512"/>
            <a:ext cx="93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Cierre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7775013" y="2286000"/>
            <a:ext cx="930075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oficiales al expediente.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formal que autoriza y activa cada trabajo con contratista o proveedor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estructurado: colegio, clasificación, descripción y hasta 3 cotizaciones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folio se genera solo (TMAS-2026-001) y reinicia cada año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vida: Pendiente → En Revisión → Autorizado o Cancelado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486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autorizarse, genera un PDF formal con firma del Coordinador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automática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solicitante recibe correo al autorizarse o cancelarse el ticket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automática a las personas clave del proceso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8920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97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fechas de recepción, inicio y conclusión de obra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8920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97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visual si un ticket lleva más de 12 horas sin revisión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Registrados y Proyectos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histórico de trabajos y el expediente central de cada obra autorizada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Registrados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unificado de todos los tickets de la red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el historial de registros previos al sistema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estatus, colegio y territorio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486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automática con su Proyecto correspondiente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64792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1764792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 al autorizar un Ticket MAS — o se da de alta manual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2520315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2520315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Estatus: En Espera → En Proceso → Pausado → Completado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892040" y="3275838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9784" y="3275838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inicial y costo real, lado a lado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892040" y="4031361"/>
            <a:ext cx="228600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9784" y="4031361"/>
            <a:ext cx="3465576" cy="75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filtrable por colegio, territorio o estatus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Costo Real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financiero real de cada proyecto, no solo lo estimado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Inicial — lo que se estimó al arrancar el proyecto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039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Real — lo que efectivamente costó, capturado al completarse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90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0391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automática — ahorro o sobrecosto, visible de inmediato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permite a la Coordinación y a Dirección detectar a tiempo desviaciones presupuestales en cualquier proyecto de la red, y tomar decisiones informadas sobre el resto de la operación.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Anteproyectos y Levantamiento Nacional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en gestión de fondos, y el seguimiento de levantamiento a nivel nacional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proyectos aún en etapa de recaudación de fondos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 y fecha de entrega proyectada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conseguir financiamiento, se convierte en Proyecto formal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Nacional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97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Planteles: colegios en proceso, con territorio y líder ECO asignado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8920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Pagos: desde la factura hasta quedar marcado como pagado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oficiales y reportes de avance por plantel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Notas Técnicas y NEXUS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de documentación institucional, y el espacio de seguimiento diario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Técnicas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oficial de minutas de reunión y notas de campo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se puede vincular a un proyecto registrado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por correo opcional a quien corresponda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97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personales y compartidos, con prioridad y fecha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8920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Proyectos: bitácora automática por obra activa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pendiente se puede generar directo desde el seguimiento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Calendario e Insumos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 campo del día a día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 obra con fotografías y observaciones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486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Mínimos Indispensables por plantel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486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PDF institucional de cada inspección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069080" cy="3589020"/>
          </a:xfrm>
          <a:prstGeom prst="roundRect">
            <a:avLst>
              <a:gd name="adj" fmla="val 1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807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📅🛒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 Insumos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764792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9784" y="1764792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Calendario: actividades de mantenimiento recurrentes con avisos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892040" y="2772156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9784" y="2772156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Insumos: requisiciones de compra con cotización adjunta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892040" y="3779520"/>
            <a:ext cx="228600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9784" y="3779520"/>
            <a:ext cx="3465576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requisición pasa por Visto Bueno antes de proceder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Directorio, Reportes, Accesos y Auditoría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vertebral que mantiene ordenada y trazable toda la operación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de contactos institucionales por colegio. Un cambio aquí se refleja solo en todo el sistema.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51460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4261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264261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5176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consolidada de todos los módulos, exportable en PDF y Excel con formato institucional.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66344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específicos por persona y por módulo: quién puede ver, crear, editar o eliminar.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812280" y="2160270"/>
            <a:ext cx="1965960" cy="1737360"/>
          </a:xfrm>
          <a:prstGeom prst="roundRect">
            <a:avLst>
              <a:gd name="adj" fmla="val 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0296" y="228828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6940296" y="22882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272719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300151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completa: qué se hizo, quién lo hizo, en qué módulo y cuándo — sin excepción.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— Nadie se queda sin enterarse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por dos canales, según la urgencia de cada acción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6309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225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322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86309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formales de las acciones importantes: nuevas solicitudes, autorizaciones, cancelaciones y más, con copia a las personas correspondientes.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65760" y="264033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0949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094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64033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Campanita interna: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dentro del propio sistema, visible mientras se navega, para el seguimiento del día a día.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65760" y="341757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8673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867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41757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global: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buscador único que encuentra información en todos los módulos del sistema al mismo tiempo.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7724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completa, en producción, cubriendo toda la operación de la Coordinación de Obras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 módulos integrados y en funcionamiento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86300" y="16002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9180" y="16002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Protocolo formal de 7 fases, de la solicitud al cierre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051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051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Presupuesto vs. costo real en cada proyecto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6300" y="27051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9180" y="27051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Directorio como fuente única de información institucional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100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100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Accesos y Auditoría con trazabilidad completa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6300" y="3810000"/>
            <a:ext cx="4000500" cy="876300"/>
          </a:xfrm>
          <a:prstGeom prst="roundRect">
            <a:avLst>
              <a:gd name="adj" fmla="val 62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9180" y="3810000"/>
            <a:ext cx="363474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Notificaciones automáticas en cada paso del proceso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gestion-rcma-vercel.vercel.app  ·  gestion-rcma@manoamiga.edu.mx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8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Problema — Mejora continua del sistema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colaborador puede reportar una falla del sistema, y darle seguimiento hasta que quede resuelta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6309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3225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322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186309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directo dentro del mismo sistema para reportar fallas o comportamientos inesperados — no para solicitar funciones nuevas.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65760" y="264033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0949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094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64033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con estatus: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pasa por Nuevo → En Revisión → Resuelto. El listado completo solo lo ve la Coordinación de Obras.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65760" y="341757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8673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DCFCE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867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417570"/>
            <a:ext cx="7699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automática:  </a:t>
            </a: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reportó la falla recibe un correo en cuanto se empieza a atender, y otro en cuanto queda resuelta.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65760" y="48326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Colegios Mano Amiga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1486</Words>
  <Application>Microsoft Office PowerPoint</Application>
  <PresentationFormat>Presentación en pantalla (16:9)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Joanathan Reyes Medina</cp:lastModifiedBy>
  <cp:revision>2</cp:revision>
  <dcterms:created xsi:type="dcterms:W3CDTF">2026-07-14T15:25:46Z</dcterms:created>
  <dcterms:modified xsi:type="dcterms:W3CDTF">2026-07-14T15:44:44Z</dcterms:modified>
</cp:coreProperties>
</file>